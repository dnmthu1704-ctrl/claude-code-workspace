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1005840"/>
            <a:ext cx="2377440" cy="2377440"/>
          </a:xfrm>
          <a:prstGeom prst="roundRect">
            <a:avLst>
              <a:gd name="adj" fmla="val 13462"/>
            </a:avLst>
          </a:prstGeom>
          <a:solidFill>
            <a:srgbClr val="27357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1828800"/>
            <a:ext cx="2377440" cy="2377440"/>
          </a:xfrm>
          <a:prstGeom prst="roundRect">
            <a:avLst>
              <a:gd name="adj" fmla="val 13462"/>
            </a:avLst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WORKSPACE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AI Agent cho công việc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PM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94360" y="379476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hoá biên bản họp &amp; báo cáo SEO tháng — từ nhận nhiệm vụ bằng ngôn ngữ tự nhiên đến sản phẩm gửi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5989320"/>
            <a:ext cx="0" cy="50292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5806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Đặng Ngọc Minh Thư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6108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PM · SEONGON · 28/07/2026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việc lặp lại mỗi tháng, mỗi lần nhiều bước thủ công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 mỗi buổi họp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65176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Ghi recap thô trong họp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Viết lại cho chuyên nghiệp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Tạo file &amp; định dạng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Upload lên Google Drive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Soạn email cho client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Gửi &amp; theo dõi phản hồi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057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Mỗi tháng báo cáo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0" y="265176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Tổng hợp data SEO (GSC/Excel)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Tính chỉ số ranking, traffic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Dựng slide báo cáo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Thêm bảng &amp; biểu đồ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Soạn email báo cáo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Gửi &amp; lưu bản nháp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một nhược điểm: tốn thời gian, dễ bỏ sót bước, mỗi lần một format khác nhau.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Gộp 4 skill nhỏ thành 2 agent chạy end-to-end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38528"/>
            <a:ext cx="45720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report-agent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 kỳ báo cáo tháng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63640" y="1828800"/>
            <a:ext cx="512064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938528"/>
            <a:ext cx="45720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meeting-agent</a:t>
            </a:r>
            <a:endParaRPr lang="en-US" sz="16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 kỳ sau họp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242316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291840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monthly-report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Slides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20440" y="3200400"/>
            <a:ext cx="242316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3291840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send-email-report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3200400"/>
            <a:ext cx="242316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3291840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meeting-notes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961120" y="3200400"/>
            <a:ext cx="242316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25712" y="3291840"/>
            <a:ext cx="20939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send-email-meeting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103120" y="2697480"/>
            <a:ext cx="0" cy="502920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697480"/>
            <a:ext cx="0" cy="502920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2697480"/>
            <a:ext cx="0" cy="502920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4120" y="2697480"/>
            <a:ext cx="0" cy="502920"/>
          </a:xfrm>
          <a:prstGeom prst="line">
            <a:avLst/>
          </a:prstGeom>
          <a:noFill/>
          <a:ln w="15875">
            <a:solidFill>
              <a:srgbClr val="5B6B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343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NỀN TẢNG NGOÀI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4709160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709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API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94760" y="4709160"/>
            <a:ext cx="3566160" cy="54864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24" name="Text 22"/>
          <p:cNvSpPr/>
          <p:nvPr/>
        </p:nvSpPr>
        <p:spPr>
          <a:xfrm>
            <a:off x="3794760" y="4709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Slides / Docs API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63840" y="4709160"/>
            <a:ext cx="3566160" cy="54864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0" y="4709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 + App Password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1 nhiệm vụ bằng ngôn ngữ tự nhiên — Claude Code tự nhận diện đúng agent và chạy đủ chuỗi 2 skill.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report-agent — chu kỳ báo cáo SEO tháng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Nhận 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8803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data SEO (Excel/CSV: ranking, traffic) + config dự án (client, tháng, màu, thứ tự mục)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96512" y="3749040"/>
            <a:ext cx="173736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9768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2402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monthly-report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383280"/>
            <a:ext cx="28803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&amp; tính chỉ số → tạo Google Slides: slide tổng quan, bảng Ranking/Traffic thật, biểu đồ pie/bar vẽ bằng matplotlib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54112" y="3749040"/>
            <a:ext cx="173736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5528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22402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send-email-report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0" y="3383280"/>
            <a:ext cx="28803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Soạn nháp email kèm link Slides + highlight KPI → hiện cho user xem → chỉ gửi khi user xác nhận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Google Slides (link) + email đã gửi tới client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meeting-agent — chu kỳ sau buổi họp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Nhận 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8803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thô ngay sau họp: tên client, ngày họp, thành phần tham dự, nội dung trao đổi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096512" y="3749040"/>
            <a:ext cx="173736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9768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2402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meeting-notes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383280"/>
            <a:ext cx="28803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hoá &amp; viết lại chuyên nghiệp → Google Docs 2 phần: Nội dung trao đổi (theo mảng GEO/CRO/SEO) + Next steps (việc, PIC, deadline)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54112" y="3749040"/>
            <a:ext cx="173736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55280" y="196596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3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224028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send-email-meeting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0" y="3383280"/>
            <a:ext cx="28803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1 trong 3 mẫu email (chuẩn / ngắn gọn / nhấn Action Items), văn phong SEONGON → xác nhận → gửi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Google Docs biên bản (link) + email đã gửi tới client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VẬN DỤNG CLAUDE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Giao việc bằng ngôn ngữ tự nhiên, không chỉ định từng bước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27357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288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"Tạo báo cáo SEO tháng 07 cho TMA Solutions và gửi cho client"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Claude Code tự đọc report-agent.md, chạy monthly-report rồi send-email-report theo đúng thứ tự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30752"/>
            <a:ext cx="292608" cy="29260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6576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chỉ định thủ công từng bước
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giao 1 nhiệm vụ lớn — agent tự nhận diện đúng skill cần chạy, theo đúng thứ tự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4645152"/>
            <a:ext cx="292608" cy="29260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5720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Luôn dừng lại xin xác nhận trước khi gửi email thật
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email đều chạy --draft-only trước, user duyệt nội dung rồi mới gửi — tránh gửi nhầm client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5559552"/>
            <a:ext cx="292608" cy="29260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5486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skill có SKILL.md + script Python riêng
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đọc lại, dễ sửa, dễ mở rộng thêm skill mới mà không đụng vào agent khác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 ÁP DỤNG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Quá trình thật — theo đúng lịch sử commit trên GitHub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234440" y="1965960"/>
            <a:ext cx="0" cy="402336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" y="1865376"/>
            <a:ext cx="201168" cy="201168"/>
          </a:xfrm>
          <a:prstGeom prst="ellipse">
            <a:avLst/>
          </a:prstGeom>
          <a:solidFill>
            <a:srgbClr val="2EC4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80136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0200" y="1746504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Khởi tạo workspace  </a:t>
            </a:r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3 skill đầu tiên cho Account PM SEO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133856" y="2871216"/>
            <a:ext cx="201168" cy="201168"/>
          </a:xfrm>
          <a:prstGeom prst="ellipse">
            <a:avLst/>
          </a:prstGeom>
          <a:solidFill>
            <a:srgbClr val="2EC4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280720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2752344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hướng theo nhu cầu thật  </a:t>
            </a:r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Bỏ skill xuất Google Sheet, thay bằng gửi email trực tiếp cho client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133856" y="3877056"/>
            <a:ext cx="201168" cy="201168"/>
          </a:xfrm>
          <a:prstGeom prst="ellipse">
            <a:avLst/>
          </a:prstGeom>
          <a:solidFill>
            <a:srgbClr val="2EC4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38130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00200" y="3758184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nền tảng ngoài thật  </a:t>
            </a:r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Hoàn thiện Google Drive/Slides API + Gmail SMTP, không còn chạy nội bộ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133856" y="4882896"/>
            <a:ext cx="201168" cy="201168"/>
          </a:xfrm>
          <a:prstGeom prst="ellipse">
            <a:avLst/>
          </a:prstGeom>
          <a:solidFill>
            <a:srgbClr val="2EC4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81888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09/07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00200" y="4764024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Gộp thành 2 sub-agent  </a:t>
            </a:r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4 skill lẻ → report-agent &amp; meeting-agent chạy end-to-end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1133856" y="5888736"/>
            <a:ext cx="201168" cy="201168"/>
          </a:xfrm>
          <a:prstGeom prst="ellipse">
            <a:avLst/>
          </a:prstGeom>
          <a:solidFill>
            <a:srgbClr val="2EC4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582472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09/07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00200" y="5769864"/>
            <a:ext cx="9692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 chất lượng output  </a:t>
            </a:r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Sửa parser, thêm bảng dữ liệu thật + biểu đồ vào Slides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 CHỨNG ÁP DỤNG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Sản phẩm chạy ra kết quả thật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85216" y="1636776"/>
            <a:ext cx="6876288" cy="3185891"/>
          </a:xfrm>
          <a:prstGeom prst="roundRect">
            <a:avLst>
              <a:gd name="adj" fmla="val 1722"/>
            </a:avLst>
          </a:prstGeom>
          <a:solidFill>
            <a:srgbClr val="F3F6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5" name="Image 0" descr="/Users/dnmthw/Downloads/claude-code-workspace/outputs/demo/demo-sli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6766560" cy="30761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04963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Slides — tạo tự động bằng monthly-report (Slides API)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808976" y="1636776"/>
            <a:ext cx="3355848" cy="3244437"/>
          </a:xfrm>
          <a:prstGeom prst="roundRect">
            <a:avLst>
              <a:gd name="adj" fmla="val 1691"/>
            </a:avLst>
          </a:prstGeom>
          <a:solidFill>
            <a:srgbClr val="F3F6FC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pic>
        <p:nvPicPr>
          <p:cNvPr id="8" name="Image 1" descr="/Users/dnmthw/Downloads/claude-code-workspace/outputs/demo/demo-em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691640"/>
            <a:ext cx="3246120" cy="31347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63840" y="4963509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báo cáo — gửi thật qua Gmail SMTP bằng send-email-report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40080" y="6355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thật: docs.google.com/.../157zEbJ...  ·  docs.google.com/presentation/.../18djh...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tới thời điểm nộp bài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end-to-end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92024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2EC4B6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66160" y="21488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566160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(Docs · Slides · 2× Gmail)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92024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21488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309360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API ngoài thật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69680" y="192024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2EC4B6"/>
          </a:solidFill>
          <a:ln/>
          <a:effectLst>
            <a:outerShdw sx="100000" sy="100000" kx="0" ky="0" algn="bl" rotWithShape="0" blurRad="101600" dist="38100" dir="540000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214884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052560" y="31546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output thật trong repo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251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áp dụng cho 3 đối tượng thật: TMA Solutions, FPTU HO, và SEONGON (test kết nối nội bộ)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47091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email báo cáo đã gửi thành công tới dangngocminhthu@seongon.com (08/07/2026)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biên bản họp + 5 bản nháp email đã tạo qua các skill</a:t>
            </a:r>
            <a:endParaRPr lang="en-US" sz="1300" dirty="0"/>
          </a:p>
          <a:p>
            <a:pPr marL="342900" indent="-3429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quá trình làm việc với Claude Code được lưu tại chat-history/ trong repo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206240"/>
            <a:ext cx="2194560" cy="2194560"/>
          </a:xfrm>
          <a:prstGeom prst="roundRect">
            <a:avLst>
              <a:gd name="adj" fmla="val 12500"/>
            </a:avLst>
          </a:prstGeom>
          <a:solidFill>
            <a:srgbClr val="27357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566160"/>
            <a:ext cx="2194560" cy="2194560"/>
          </a:xfrm>
          <a:prstGeom prst="roundRect">
            <a:avLst>
              <a:gd name="adj" fmla="val 12500"/>
            </a:avLst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4688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github.com/dnmthu1704-ctrl/claude-code-workspace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Đặng Ngọc Minh Thư  ·  Account PM, SEONGON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2026-07-28T16:52:13Z</dcterms:created>
  <dcterms:modified xsi:type="dcterms:W3CDTF">2026-07-28T16:52:13Z</dcterms:modified>
</cp:coreProperties>
</file>